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tr-TR" altLang="en-US" dirty="0"/>
            </a:br>
            <a:r>
              <a:rPr lang="en-US" altLang="en-US" dirty="0"/>
              <a:t>F</a:t>
            </a:r>
            <a:r>
              <a:rPr lang="tr-TR" altLang="en-US" dirty="0"/>
              <a:t>ULL</a:t>
            </a:r>
            <a:r>
              <a:rPr lang="en-US" altLang="en-US" dirty="0"/>
              <a:t> S</a:t>
            </a:r>
            <a:r>
              <a:rPr lang="tr-TR" altLang="en-US" dirty="0"/>
              <a:t>TACK </a:t>
            </a:r>
            <a:r>
              <a:rPr lang="en-US" altLang="en-US" dirty="0"/>
              <a:t>W</a:t>
            </a:r>
            <a:r>
              <a:rPr lang="tr-TR" altLang="en-US" dirty="0"/>
              <a:t>EB</a:t>
            </a:r>
            <a:r>
              <a:rPr lang="en-US" altLang="en-US" dirty="0"/>
              <a:t> GIS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altLang="en-US"/>
              <a:t>Zelal SÖNMEZ</a:t>
            </a:r>
            <a:endParaRPr lang="tr-TR" altLang="en-US"/>
          </a:p>
          <a:p>
            <a:r>
              <a:rPr lang="tr-TR" altLang="en-US"/>
              <a:t>2210674062</a:t>
            </a:r>
            <a:endParaRPr lang="tr-T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817245"/>
            <a:ext cx="10972800" cy="582613"/>
          </a:xfrm>
        </p:spPr>
        <p:txBody>
          <a:bodyPr/>
          <a:p>
            <a:r>
              <a:rPr lang="tr-TR" alt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This project is an interactive Digital Travel Guide platform designed </a:t>
            </a:r>
            <a:b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for travelers and tourism professionals.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83715" y="1656080"/>
            <a:ext cx="8101965" cy="500253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14705" y="2819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tr-TR" altLang="en-US" sz="2400" b="1"/>
              <a:t>INTRODUCTION</a:t>
            </a:r>
            <a:endParaRPr lang="tr-TR" altLang="en-US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54050"/>
            <a:ext cx="10972800" cy="582613"/>
          </a:xfrm>
        </p:spPr>
        <p:txBody>
          <a:bodyPr/>
          <a:p>
            <a:r>
              <a:rPr lang="en-US" altLang="en-US"/>
              <a:t>Managing different user types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4045" y="1657985"/>
            <a:ext cx="5883275" cy="4225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3230"/>
            <a:ext cx="10972800" cy="582613"/>
          </a:xfrm>
        </p:spPr>
        <p:txBody>
          <a:bodyPr/>
          <a:p>
            <a:r>
              <a:rPr lang="en-US" altLang="en-US"/>
              <a:t>CRUD Operations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4020" y="1616075"/>
            <a:ext cx="3743325" cy="40005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98465" y="426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513205"/>
            <a:ext cx="3820160" cy="14528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667500" y="3310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Line/polygon layer</a:t>
            </a:r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3867785"/>
            <a:ext cx="4193540" cy="71120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298440" y="48342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4834255"/>
            <a:ext cx="1604645" cy="153479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824355" y="11372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Create</a:t>
            </a:r>
            <a:endParaRPr lang="en-US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7019290" y="11372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Update</a:t>
            </a:r>
            <a:r>
              <a:rPr lang="tr-TR" altLang="en-US"/>
              <a:t>/Delete</a:t>
            </a:r>
            <a:endParaRPr lang="tr-T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1320" y="2946400"/>
            <a:ext cx="2875915" cy="28009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77825" y="501015"/>
            <a:ext cx="445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Spatial Density Analysis (Heatmap) layer.</a:t>
            </a:r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75" y="2946400"/>
            <a:ext cx="2818130" cy="27863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25" y="1248410"/>
            <a:ext cx="2914650" cy="1000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210" y="1449070"/>
            <a:ext cx="4017645" cy="429831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210" y="1808480"/>
            <a:ext cx="4017645" cy="37465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6760210" y="501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Filter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9720"/>
            <a:ext cx="10972800" cy="582613"/>
          </a:xfrm>
        </p:spPr>
        <p:txBody>
          <a:bodyPr/>
          <a:p>
            <a:r>
              <a:rPr lang="en-US" altLang="en-US"/>
              <a:t>Performance testing</a:t>
            </a:r>
            <a:r>
              <a:rPr lang="tr-TR" altLang="en-US"/>
              <a:t>-</a:t>
            </a:r>
            <a:r>
              <a:rPr lang="en-US" altLang="en-US"/>
              <a:t>Artillery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270635"/>
            <a:ext cx="6503670" cy="29470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2400300"/>
            <a:ext cx="7572375" cy="43815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7955" y="421767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 system successfully processed 1200 simultaneous requests with a 0% error rate and a very low average latency of 1ms.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729730" y="10420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 did this by simulating a realistic user traffic scenario (test.yml) using the "npx artillery run" command via the test terminal.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217170" y="558292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 achieved this high speed because I stored the data in a NoSQL (JSON) format and retrieved it directly using key-value matching.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22300"/>
            <a:ext cx="10972800" cy="582613"/>
          </a:xfrm>
        </p:spPr>
        <p:txBody>
          <a:bodyPr/>
          <a:p>
            <a:r>
              <a:rPr lang="en-US" altLang="en-US"/>
              <a:t>Amazon Web Services (AWS)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85" y="1781175"/>
            <a:ext cx="12013565" cy="23698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660900" y="51587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http://13.49.245.54:3000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21285" y="4150995"/>
            <a:ext cx="453898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Operating system: Ubuntu Server 24.04.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Continuity: PM2 configuration was done so that the application automatically restarts even if the server shuts down.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Port 3000 was opened to the outside world via Security Groups settings on AWS, enabling live testing.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125" y="2931795"/>
            <a:ext cx="10972800" cy="582613"/>
          </a:xfrm>
        </p:spPr>
        <p:txBody>
          <a:bodyPr/>
          <a:p>
            <a:r>
              <a:rPr lang="tr-TR" altLang="en-US" sz="48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tr-TR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WPS Presentation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WEBGIS</vt:lpstr>
      <vt:lpstr> This project is an interactive Digital Travel Guide platform designed  for travelers and tourism professionals.</vt:lpstr>
      <vt:lpstr>Managing different user types</vt:lpstr>
      <vt:lpstr>CRUD Operations</vt:lpstr>
      <vt:lpstr>PowerPoint 演示文稿</vt:lpstr>
      <vt:lpstr>Performance testing-Artillery</vt:lpstr>
      <vt:lpstr>Amazon Web Services (AWS)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Zelal</cp:lastModifiedBy>
  <cp:revision>10</cp:revision>
  <dcterms:created xsi:type="dcterms:W3CDTF">2025-07-23T00:59:00Z</dcterms:created>
  <dcterms:modified xsi:type="dcterms:W3CDTF">2026-01-15T10:15:38Z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FE0D44425106472EADBD36D64CFDC94B_11</vt:lpwstr>
  </property>
  <property fmtid="{D5CDD505-2E9C-101B-9397-08002B2CF9AE}" pid="3" name="KSOProductBuildVer">
    <vt:lpwstr>1033-12.2.0.23197</vt:lpwstr>
  </property>
</Properties>
</file>